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3" r:id="rId14"/>
    <p:sldId id="270" r:id="rId15"/>
    <p:sldId id="271" r:id="rId16"/>
    <p:sldId id="272" r:id="rId17"/>
    <p:sldId id="274" r:id="rId18"/>
    <p:sldId id="275" r:id="rId19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4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CEC4D-380F-4BF7-990E-BDCBF38CAAE0}" type="datetimeFigureOut">
              <a:rPr lang="es-AR" smtClean="0"/>
              <a:t>19/3/2026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57FF5-79C1-4C13-8577-E278312C7EC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48027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F12E2-0EEC-ABE5-6357-FD4F422D7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5A47C8-929D-F8C5-A9DA-DEA43A8638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6E58F2-95C1-DBB0-2996-48A671D91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B72BD-4477-4037-9EBD-4D34189DB8E6}" type="datetimeFigureOut">
              <a:rPr lang="es-AR" smtClean="0"/>
              <a:t>19/3/2026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47CC99-F1BD-B09E-5F4B-51D2B0867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577B96-750A-87DD-5D12-4BB99F933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7CD0-97A2-4F3E-BE10-F39FDF5D50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16395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BF8F2C-4FAD-B711-0D79-DED785F94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5BFFFF-6FC3-B7A2-928D-19B1562EE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9A9880-08F8-5C55-95C1-524E9A47D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B72BD-4477-4037-9EBD-4D34189DB8E6}" type="datetimeFigureOut">
              <a:rPr lang="es-AR" smtClean="0"/>
              <a:t>19/3/2026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DDB999-4908-0641-CB63-B112B6DC4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9DD0D4-58AD-753C-5CAF-6880E3B0F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7CD0-97A2-4F3E-BE10-F39FDF5D50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30664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3E24F7-7C4F-5D16-2E83-EB9D5502E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B3AE64D-5C22-9884-F65C-EA970065B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9CFCA5-02D5-5B43-0228-0FC37AF9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B72BD-4477-4037-9EBD-4D34189DB8E6}" type="datetimeFigureOut">
              <a:rPr lang="es-AR" smtClean="0"/>
              <a:t>19/3/2026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0A84A9-92F2-E18E-07E9-546761C0B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85037E-E85B-FABF-EFEC-83E362CC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7CD0-97A2-4F3E-BE10-F39FDF5D50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02380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BED6CD-3068-81A9-8041-A2E904205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91A0E0-3DB8-632A-0CB9-52F3738D0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EF7172-6EF8-7DDD-CE8A-02ADEBE4B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D35CC0-D2C3-E3A0-08A1-53DADD040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B72BD-4477-4037-9EBD-4D34189DB8E6}" type="datetimeFigureOut">
              <a:rPr lang="es-AR" smtClean="0"/>
              <a:t>19/3/2026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926AFEE-8836-E1BD-A946-14E0F9A91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AADC25-2F0D-D941-359D-D93FA996B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7CD0-97A2-4F3E-BE10-F39FDF5D50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14281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85666E-E019-F68A-1407-8C3832D8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B5570F-297B-2723-2563-308C1260F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7066490-B254-D353-275C-A495C71BD3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B3047B1-42BB-8D3F-D426-85A8C47352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B4DCE84-11C6-4C54-7BD2-639F5BB0EB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EE4C1D5-2B9E-6F70-D7D4-F87D78186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B72BD-4477-4037-9EBD-4D34189DB8E6}" type="datetimeFigureOut">
              <a:rPr lang="es-AR" smtClean="0"/>
              <a:t>19/3/2026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34AD2FE-0799-E6B2-7FB4-99E2273E8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BE1D037-67DA-7039-A667-23C958F50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7CD0-97A2-4F3E-BE10-F39FDF5D50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83267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0EA58-915C-D496-FB2C-98EEC7446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9616F9D-B218-331D-C10E-027639C62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B72BD-4477-4037-9EBD-4D34189DB8E6}" type="datetimeFigureOut">
              <a:rPr lang="es-AR" smtClean="0"/>
              <a:t>19/3/2026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1888B6A-2B7B-6E46-BEC3-F2D6E5E94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9225A46-549C-F80A-E541-C6F7F2766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7CD0-97A2-4F3E-BE10-F39FDF5D50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36306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C064865-8D3F-FD32-E499-937048EA7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B72BD-4477-4037-9EBD-4D34189DB8E6}" type="datetimeFigureOut">
              <a:rPr lang="es-AR" smtClean="0"/>
              <a:t>19/3/2026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E243CF4-F4D4-86E6-9831-9F6E804E0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B1BC5E-C507-D6DE-5595-161B2298B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7CD0-97A2-4F3E-BE10-F39FDF5D50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865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B13D9B-15F1-82F0-905F-C3A52BDA4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ADA6CE-59D2-5C7B-1BEF-82C661475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2DBDC7-8955-7FA1-E950-4F1B934E4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109B44-755F-F931-B539-9D4AEA1FD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B72BD-4477-4037-9EBD-4D34189DB8E6}" type="datetimeFigureOut">
              <a:rPr lang="es-AR" smtClean="0"/>
              <a:t>19/3/2026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B92A43-DF7B-1FAB-95BF-69F2D4EB8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D0A2F5A-9B9E-1132-96E3-87C2DD967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7CD0-97A2-4F3E-BE10-F39FDF5D50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10601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771BB3-EE43-5231-3859-0687F9726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800B2C6-ABDE-D59C-DFAD-CFFCF026C1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3DC0DD3-F164-B987-D8CF-B253A14BDB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75A5085-2EA0-E1FB-84D9-A3B3E4541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B72BD-4477-4037-9EBD-4D34189DB8E6}" type="datetimeFigureOut">
              <a:rPr lang="es-AR" smtClean="0"/>
              <a:t>19/3/2026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C429D6C-2A07-72BB-33DD-BEBE7A941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95DEF8-104A-9830-F52C-635729857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7CD0-97A2-4F3E-BE10-F39FDF5D50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01216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FB0A47-DB20-0814-91CD-47E5E543B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6F2165A-24A4-9F7D-B9DF-72AB91988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7FFD8F-1FC7-E275-6D87-83CD35221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B72BD-4477-4037-9EBD-4D34189DB8E6}" type="datetimeFigureOut">
              <a:rPr lang="es-AR" smtClean="0"/>
              <a:t>19/3/2026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0C479A-CFE9-984C-C2F4-C48622E2F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3E3E7E-2C68-185F-0F24-60110B5E3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7CD0-97A2-4F3E-BE10-F39FDF5D50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5760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FFF3A23-6288-B8B5-451D-73B4A986C2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D86EF6E-7A7C-22D7-7C11-51010C24D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69501C-9D39-382F-2F0E-D5A7A5977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B72BD-4477-4037-9EBD-4D34189DB8E6}" type="datetimeFigureOut">
              <a:rPr lang="es-AR" smtClean="0"/>
              <a:t>19/3/2026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81C0BB-A842-1A71-884D-87268E313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BCB597-E145-C9B7-C1AF-BF43C16D9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7CD0-97A2-4F3E-BE10-F39FDF5D50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74095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40B9A15-6726-28D7-34BB-102CD8EB1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7A568F-F1C7-9C50-1447-DA90834F4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F2ED7B-848C-EC5F-E3F5-038DE59D71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AB72BD-4477-4037-9EBD-4D34189DB8E6}" type="datetimeFigureOut">
              <a:rPr lang="es-AR" smtClean="0"/>
              <a:t>19/3/2026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E50555-D499-196B-4F44-B4C9ABCB2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E8BA8B-8F21-81B5-FBCA-E2BD03222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9B7CD0-97A2-4F3E-BE10-F39FDF5D50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45714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031289F-E785-A7EA-30DC-B1134A559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952" y="643467"/>
            <a:ext cx="10462095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609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58D1B-ACCA-8736-151A-4D03D6267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C6D2232-9E2A-647A-7310-FEE9B7163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92" y="952154"/>
            <a:ext cx="5430008" cy="495369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CE91AE4-B54A-E0E9-A9C6-491CEDAC5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960" y="1575273"/>
            <a:ext cx="5306165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996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A45C2-7053-ED17-3D0A-3DC391905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DDD4CCF-7C9D-7ED1-34EA-4CE77D51A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08" y="899759"/>
            <a:ext cx="10993384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816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BCF10-2EB4-4E13-1F98-B40B3D1D2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C4CEE24-DE94-711B-85DB-00F2993DC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019" y="856891"/>
            <a:ext cx="9935962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721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D47D2A2-CE7D-C100-6061-7F633190B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66" y="833075"/>
            <a:ext cx="10155067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799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2E3F47B-4154-8FC8-8C0F-F5F31C0B1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15" y="511834"/>
            <a:ext cx="11194603" cy="518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326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8D874A7-952E-6950-FF4A-2E4642A54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29" y="1180786"/>
            <a:ext cx="11050542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503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56C8C33-7A53-AA95-8195-612698249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730" y="1037891"/>
            <a:ext cx="8878539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258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5F4AD0E-C3EA-76B2-2898-1CD028F5A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495" y="999786"/>
            <a:ext cx="7059010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837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8655A-8B3B-9B28-3171-E27EB0E4F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9CAEE4E-A865-0178-6554-AD726247F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08" y="1099812"/>
            <a:ext cx="10993384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360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1DFF32D-123C-6D69-8080-D200BFCBC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066396"/>
            <a:ext cx="5291666" cy="272520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E83A763-D145-AD17-A0EB-FDB31ED98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2337594"/>
            <a:ext cx="5291667" cy="218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74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6C72C2-B722-EA3A-EB84-122FBE2FE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17" y="321734"/>
            <a:ext cx="5074534" cy="290517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217D45C-B3C9-F771-A40B-65FF6B737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81" y="3631096"/>
            <a:ext cx="5208603" cy="27605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4331E88-8335-1593-A2DA-9B0CA8568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826" y="321734"/>
            <a:ext cx="5311180" cy="606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02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130089D-51BA-A6CF-7A33-543637E2D0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070779"/>
            <a:ext cx="10905066" cy="471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290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81FCEB0-3373-ED7A-A8DE-A1BCE5DF9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45" y="866417"/>
            <a:ext cx="10640910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382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75AE33E-7FAB-1366-725F-2D104D8929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879940"/>
            <a:ext cx="10905066" cy="5098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20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9E9A344-F020-C4B1-120A-0D2669E93E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057148"/>
            <a:ext cx="10905066" cy="474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097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854ECEBE-9353-406C-9313-02A517A31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71A74C97-ECC4-4C3A-988A-A72C1F8BB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23162" cy="5593660"/>
          </a:xfrm>
          <a:custGeom>
            <a:avLst/>
            <a:gdLst>
              <a:gd name="connsiteX0" fmla="*/ 2177447 w 6323162"/>
              <a:gd name="connsiteY0" fmla="*/ 0 h 5593660"/>
              <a:gd name="connsiteX1" fmla="*/ 4826316 w 6323162"/>
              <a:gd name="connsiteY1" fmla="*/ 0 h 5593660"/>
              <a:gd name="connsiteX2" fmla="*/ 4971508 w 6323162"/>
              <a:gd name="connsiteY2" fmla="*/ 75777 h 5593660"/>
              <a:gd name="connsiteX3" fmla="*/ 5577109 w 6323162"/>
              <a:gd name="connsiteY3" fmla="*/ 586873 h 5593660"/>
              <a:gd name="connsiteX4" fmla="*/ 6323162 w 6323162"/>
              <a:gd name="connsiteY4" fmla="*/ 2829148 h 5593660"/>
              <a:gd name="connsiteX5" fmla="*/ 5990836 w 6323162"/>
              <a:gd name="connsiteY5" fmla="*/ 3748729 h 5593660"/>
              <a:gd name="connsiteX6" fmla="*/ 5006899 w 6323162"/>
              <a:gd name="connsiteY6" fmla="*/ 4604992 h 5593660"/>
              <a:gd name="connsiteX7" fmla="*/ 4790566 w 6323162"/>
              <a:gd name="connsiteY7" fmla="*/ 4768788 h 5593660"/>
              <a:gd name="connsiteX8" fmla="*/ 3012943 w 6323162"/>
              <a:gd name="connsiteY8" fmla="*/ 5593660 h 5593660"/>
              <a:gd name="connsiteX9" fmla="*/ 671286 w 6323162"/>
              <a:gd name="connsiteY9" fmla="*/ 4252856 h 5593660"/>
              <a:gd name="connsiteX10" fmla="*/ 421733 w 6323162"/>
              <a:gd name="connsiteY10" fmla="*/ 3909839 h 5593660"/>
              <a:gd name="connsiteX11" fmla="*/ 48655 w 6323162"/>
              <a:gd name="connsiteY11" fmla="*/ 3351082 h 5593660"/>
              <a:gd name="connsiteX12" fmla="*/ 0 w 6323162"/>
              <a:gd name="connsiteY12" fmla="*/ 3239820 h 5593660"/>
              <a:gd name="connsiteX13" fmla="*/ 0 w 6323162"/>
              <a:gd name="connsiteY13" fmla="*/ 2248150 h 5593660"/>
              <a:gd name="connsiteX14" fmla="*/ 1658 w 6323162"/>
              <a:gd name="connsiteY14" fmla="*/ 2239520 h 5593660"/>
              <a:gd name="connsiteX15" fmla="*/ 225714 w 6323162"/>
              <a:gd name="connsiteY15" fmla="*/ 1665285 h 5593660"/>
              <a:gd name="connsiteX16" fmla="*/ 1050970 w 6323162"/>
              <a:gd name="connsiteY16" fmla="*/ 665214 h 5593660"/>
              <a:gd name="connsiteX17" fmla="*/ 1923692 w 6323162"/>
              <a:gd name="connsiteY17" fmla="*/ 107844 h 5593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323162" h="5593660">
                <a:moveTo>
                  <a:pt x="2177447" y="0"/>
                </a:moveTo>
                <a:lnTo>
                  <a:pt x="4826316" y="0"/>
                </a:lnTo>
                <a:lnTo>
                  <a:pt x="4971508" y="75777"/>
                </a:lnTo>
                <a:cubicBezTo>
                  <a:pt x="5197582" y="210111"/>
                  <a:pt x="5400550" y="381325"/>
                  <a:pt x="5577109" y="586873"/>
                </a:cubicBezTo>
                <a:cubicBezTo>
                  <a:pt x="6058235" y="1147205"/>
                  <a:pt x="6323162" y="1943505"/>
                  <a:pt x="6323162" y="2829148"/>
                </a:cubicBezTo>
                <a:cubicBezTo>
                  <a:pt x="6323162" y="3182494"/>
                  <a:pt x="6220623" y="3466081"/>
                  <a:pt x="5990836" y="3748729"/>
                </a:cubicBezTo>
                <a:cubicBezTo>
                  <a:pt x="5750480" y="4044392"/>
                  <a:pt x="5389327" y="4316711"/>
                  <a:pt x="5006899" y="4604992"/>
                </a:cubicBezTo>
                <a:cubicBezTo>
                  <a:pt x="4936343" y="4658116"/>
                  <a:pt x="4863453" y="4713117"/>
                  <a:pt x="4790566" y="4768788"/>
                </a:cubicBezTo>
                <a:cubicBezTo>
                  <a:pt x="4138128" y="5267012"/>
                  <a:pt x="3661945" y="5593660"/>
                  <a:pt x="3012943" y="5593660"/>
                </a:cubicBezTo>
                <a:cubicBezTo>
                  <a:pt x="2024062" y="5593660"/>
                  <a:pt x="1323723" y="5192693"/>
                  <a:pt x="671286" y="4252856"/>
                </a:cubicBezTo>
                <a:cubicBezTo>
                  <a:pt x="585906" y="4129842"/>
                  <a:pt x="502446" y="4017964"/>
                  <a:pt x="421733" y="3909839"/>
                </a:cubicBezTo>
                <a:cubicBezTo>
                  <a:pt x="254471" y="3685679"/>
                  <a:pt x="130655" y="3515312"/>
                  <a:pt x="48655" y="3351082"/>
                </a:cubicBezTo>
                <a:lnTo>
                  <a:pt x="0" y="3239820"/>
                </a:lnTo>
                <a:lnTo>
                  <a:pt x="0" y="2248150"/>
                </a:lnTo>
                <a:lnTo>
                  <a:pt x="1658" y="2239520"/>
                </a:lnTo>
                <a:cubicBezTo>
                  <a:pt x="51657" y="2045089"/>
                  <a:pt x="126469" y="1853225"/>
                  <a:pt x="225714" y="1665285"/>
                </a:cubicBezTo>
                <a:cubicBezTo>
                  <a:pt x="419948" y="1297585"/>
                  <a:pt x="697641" y="961011"/>
                  <a:pt x="1050970" y="665214"/>
                </a:cubicBezTo>
                <a:cubicBezTo>
                  <a:pt x="1311437" y="447090"/>
                  <a:pt x="1608578" y="257641"/>
                  <a:pt x="1923692" y="107844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FB5F3BA-58DF-40DA-AE44-974A00E06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95930" y="1598213"/>
            <a:ext cx="5396070" cy="5259788"/>
          </a:xfrm>
          <a:custGeom>
            <a:avLst/>
            <a:gdLst>
              <a:gd name="connsiteX0" fmla="*/ 2739575 w 5261264"/>
              <a:gd name="connsiteY0" fmla="*/ 1369 h 4909930"/>
              <a:gd name="connsiteX1" fmla="*/ 3931992 w 5261264"/>
              <a:gd name="connsiteY1" fmla="*/ 357115 h 4909930"/>
              <a:gd name="connsiteX2" fmla="*/ 5228644 w 5261264"/>
              <a:gd name="connsiteY2" fmla="*/ 1704869 h 4909930"/>
              <a:gd name="connsiteX3" fmla="*/ 5261264 w 5261264"/>
              <a:gd name="connsiteY3" fmla="*/ 1769901 h 4909930"/>
              <a:gd name="connsiteX4" fmla="*/ 5261264 w 5261264"/>
              <a:gd name="connsiteY4" fmla="*/ 4640262 h 4909930"/>
              <a:gd name="connsiteX5" fmla="*/ 5239287 w 5261264"/>
              <a:gd name="connsiteY5" fmla="*/ 4674079 h 4909930"/>
              <a:gd name="connsiteX6" fmla="*/ 5039558 w 5261264"/>
              <a:gd name="connsiteY6" fmla="*/ 4893028 h 4909930"/>
              <a:gd name="connsiteX7" fmla="*/ 5018342 w 5261264"/>
              <a:gd name="connsiteY7" fmla="*/ 4909930 h 4909930"/>
              <a:gd name="connsiteX8" fmla="*/ 962510 w 5261264"/>
              <a:gd name="connsiteY8" fmla="*/ 4909930 h 4909930"/>
              <a:gd name="connsiteX9" fmla="*/ 821338 w 5261264"/>
              <a:gd name="connsiteY9" fmla="*/ 4707517 h 4909930"/>
              <a:gd name="connsiteX10" fmla="*/ 448558 w 5261264"/>
              <a:gd name="connsiteY10" fmla="*/ 3922606 h 4909930"/>
              <a:gd name="connsiteX11" fmla="*/ 221727 w 5261264"/>
              <a:gd name="connsiteY11" fmla="*/ 1588926 h 4909930"/>
              <a:gd name="connsiteX12" fmla="*/ 2739575 w 5261264"/>
              <a:gd name="connsiteY12" fmla="*/ 1369 h 4909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261264" h="4909930">
                <a:moveTo>
                  <a:pt x="2739575" y="1369"/>
                </a:moveTo>
                <a:cubicBezTo>
                  <a:pt x="3132207" y="14841"/>
                  <a:pt x="3535383" y="128133"/>
                  <a:pt x="3931992" y="357115"/>
                </a:cubicBezTo>
                <a:cubicBezTo>
                  <a:pt x="4474996" y="670619"/>
                  <a:pt x="4925124" y="1151857"/>
                  <a:pt x="5228644" y="1704869"/>
                </a:cubicBezTo>
                <a:lnTo>
                  <a:pt x="5261264" y="1769901"/>
                </a:lnTo>
                <a:lnTo>
                  <a:pt x="5261264" y="4640262"/>
                </a:lnTo>
                <a:lnTo>
                  <a:pt x="5239287" y="4674079"/>
                </a:lnTo>
                <a:cubicBezTo>
                  <a:pt x="5177453" y="4758643"/>
                  <a:pt x="5110673" y="4830413"/>
                  <a:pt x="5039558" y="4893028"/>
                </a:cubicBezTo>
                <a:lnTo>
                  <a:pt x="5018342" y="4909930"/>
                </a:lnTo>
                <a:lnTo>
                  <a:pt x="962510" y="4909930"/>
                </a:lnTo>
                <a:lnTo>
                  <a:pt x="821338" y="4707517"/>
                </a:lnTo>
                <a:cubicBezTo>
                  <a:pt x="672683" y="4465717"/>
                  <a:pt x="560617" y="4198197"/>
                  <a:pt x="448558" y="3922606"/>
                </a:cubicBezTo>
                <a:cubicBezTo>
                  <a:pt x="120358" y="3115488"/>
                  <a:pt x="-245146" y="2397572"/>
                  <a:pt x="221727" y="1588926"/>
                </a:cubicBezTo>
                <a:cubicBezTo>
                  <a:pt x="801679" y="584418"/>
                  <a:pt x="1736188" y="-33060"/>
                  <a:pt x="2739575" y="1369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DE1994AC-22D1-4B48-9EDA-BE373E704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1758" y="1407380"/>
            <a:ext cx="5665992" cy="5466522"/>
          </a:xfrm>
          <a:custGeom>
            <a:avLst/>
            <a:gdLst>
              <a:gd name="connsiteX0" fmla="*/ 3113576 w 5665992"/>
              <a:gd name="connsiteY0" fmla="*/ 1556 h 5401530"/>
              <a:gd name="connsiteX1" fmla="*/ 4468777 w 5665992"/>
              <a:gd name="connsiteY1" fmla="*/ 405866 h 5401530"/>
              <a:gd name="connsiteX2" fmla="*/ 5525792 w 5665992"/>
              <a:gd name="connsiteY2" fmla="*/ 1317461 h 5401530"/>
              <a:gd name="connsiteX3" fmla="*/ 5665992 w 5665992"/>
              <a:gd name="connsiteY3" fmla="*/ 1506159 h 5401530"/>
              <a:gd name="connsiteX4" fmla="*/ 5665992 w 5665992"/>
              <a:gd name="connsiteY4" fmla="*/ 5401530 h 5401530"/>
              <a:gd name="connsiteX5" fmla="*/ 965932 w 5665992"/>
              <a:gd name="connsiteY5" fmla="*/ 5401530 h 5401530"/>
              <a:gd name="connsiteX6" fmla="*/ 836753 w 5665992"/>
              <a:gd name="connsiteY6" fmla="*/ 5181943 h 5401530"/>
              <a:gd name="connsiteX7" fmla="*/ 509793 w 5665992"/>
              <a:gd name="connsiteY7" fmla="*/ 4458111 h 5401530"/>
              <a:gd name="connsiteX8" fmla="*/ 251995 w 5665992"/>
              <a:gd name="connsiteY8" fmla="*/ 1805844 h 5401530"/>
              <a:gd name="connsiteX9" fmla="*/ 3113576 w 5665992"/>
              <a:gd name="connsiteY9" fmla="*/ 1556 h 5401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665992" h="5401530">
                <a:moveTo>
                  <a:pt x="3113576" y="1556"/>
                </a:moveTo>
                <a:cubicBezTo>
                  <a:pt x="3559807" y="16866"/>
                  <a:pt x="4018025" y="145625"/>
                  <a:pt x="4468777" y="405866"/>
                </a:cubicBezTo>
                <a:cubicBezTo>
                  <a:pt x="4871803" y="638554"/>
                  <a:pt x="5229811" y="952545"/>
                  <a:pt x="5525792" y="1317461"/>
                </a:cubicBezTo>
                <a:lnTo>
                  <a:pt x="5665992" y="1506159"/>
                </a:lnTo>
                <a:lnTo>
                  <a:pt x="5665992" y="5401530"/>
                </a:lnTo>
                <a:lnTo>
                  <a:pt x="965932" y="5401530"/>
                </a:lnTo>
                <a:lnTo>
                  <a:pt x="836753" y="5181943"/>
                </a:lnTo>
                <a:cubicBezTo>
                  <a:pt x="713569" y="4953383"/>
                  <a:pt x="611679" y="4708683"/>
                  <a:pt x="509793" y="4458111"/>
                </a:cubicBezTo>
                <a:cubicBezTo>
                  <a:pt x="136790" y="3540808"/>
                  <a:pt x="-278612" y="2724882"/>
                  <a:pt x="251995" y="1805844"/>
                </a:cubicBezTo>
                <a:cubicBezTo>
                  <a:pt x="911122" y="664202"/>
                  <a:pt x="1973207" y="-37572"/>
                  <a:pt x="3113576" y="1556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86806086-A782-4311-A63B-1A68574D8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902" y="-15901"/>
            <a:ext cx="6578337" cy="5814891"/>
          </a:xfrm>
          <a:custGeom>
            <a:avLst/>
            <a:gdLst>
              <a:gd name="connsiteX0" fmla="*/ 1667657 w 6578337"/>
              <a:gd name="connsiteY0" fmla="*/ 0 h 5814891"/>
              <a:gd name="connsiteX1" fmla="*/ 5296215 w 6578337"/>
              <a:gd name="connsiteY1" fmla="*/ 0 h 5814891"/>
              <a:gd name="connsiteX2" fmla="*/ 5354505 w 6578337"/>
              <a:gd name="connsiteY2" fmla="*/ 38974 h 5814891"/>
              <a:gd name="connsiteX3" fmla="*/ 5772761 w 6578337"/>
              <a:gd name="connsiteY3" fmla="*/ 430996 h 5814891"/>
              <a:gd name="connsiteX4" fmla="*/ 6578337 w 6578337"/>
              <a:gd name="connsiteY4" fmla="*/ 2842158 h 5814891"/>
              <a:gd name="connsiteX5" fmla="*/ 6219497 w 6578337"/>
              <a:gd name="connsiteY5" fmla="*/ 3831001 h 5814891"/>
              <a:gd name="connsiteX6" fmla="*/ 5157059 w 6578337"/>
              <a:gd name="connsiteY6" fmla="*/ 4751758 h 5814891"/>
              <a:gd name="connsiteX7" fmla="*/ 4923464 w 6578337"/>
              <a:gd name="connsiteY7" fmla="*/ 4927890 h 5814891"/>
              <a:gd name="connsiteX8" fmla="*/ 3004017 w 6578337"/>
              <a:gd name="connsiteY8" fmla="*/ 5814891 h 5814891"/>
              <a:gd name="connsiteX9" fmla="*/ 475534 w 6578337"/>
              <a:gd name="connsiteY9" fmla="*/ 4373098 h 5814891"/>
              <a:gd name="connsiteX10" fmla="*/ 206071 w 6578337"/>
              <a:gd name="connsiteY10" fmla="*/ 4004246 h 5814891"/>
              <a:gd name="connsiteX11" fmla="*/ 79385 w 6578337"/>
              <a:gd name="connsiteY11" fmla="*/ 3833508 h 5814891"/>
              <a:gd name="connsiteX12" fmla="*/ 0 w 6578337"/>
              <a:gd name="connsiteY12" fmla="*/ 3721725 h 5814891"/>
              <a:gd name="connsiteX13" fmla="*/ 0 w 6578337"/>
              <a:gd name="connsiteY13" fmla="*/ 1581323 h 5814891"/>
              <a:gd name="connsiteX14" fmla="*/ 168477 w 6578337"/>
              <a:gd name="connsiteY14" fmla="*/ 1300525 h 5814891"/>
              <a:gd name="connsiteX15" fmla="*/ 885512 w 6578337"/>
              <a:gd name="connsiteY15" fmla="*/ 515238 h 5814891"/>
              <a:gd name="connsiteX16" fmla="*/ 1494824 w 6578337"/>
              <a:gd name="connsiteY16" fmla="*/ 90742 h 5814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578337" h="5814891">
                <a:moveTo>
                  <a:pt x="1667657" y="0"/>
                </a:moveTo>
                <a:lnTo>
                  <a:pt x="5296215" y="0"/>
                </a:lnTo>
                <a:lnTo>
                  <a:pt x="5354505" y="38974"/>
                </a:lnTo>
                <a:cubicBezTo>
                  <a:pt x="5505893" y="152699"/>
                  <a:pt x="5645664" y="283643"/>
                  <a:pt x="5772761" y="430996"/>
                </a:cubicBezTo>
                <a:cubicBezTo>
                  <a:pt x="6292274" y="1033532"/>
                  <a:pt x="6578337" y="1889809"/>
                  <a:pt x="6578337" y="2842158"/>
                </a:cubicBezTo>
                <a:cubicBezTo>
                  <a:pt x="6578337" y="3222117"/>
                  <a:pt x="6467617" y="3527065"/>
                  <a:pt x="6219497" y="3831001"/>
                </a:cubicBezTo>
                <a:cubicBezTo>
                  <a:pt x="5959965" y="4148933"/>
                  <a:pt x="5569997" y="4441763"/>
                  <a:pt x="5157059" y="4751758"/>
                </a:cubicBezTo>
                <a:cubicBezTo>
                  <a:pt x="5080873" y="4808882"/>
                  <a:pt x="5002168" y="4868026"/>
                  <a:pt x="4923464" y="4927890"/>
                </a:cubicBezTo>
                <a:cubicBezTo>
                  <a:pt x="4218974" y="5463640"/>
                  <a:pt x="3704799" y="5814891"/>
                  <a:pt x="3004017" y="5814891"/>
                </a:cubicBezTo>
                <a:cubicBezTo>
                  <a:pt x="1936240" y="5814891"/>
                  <a:pt x="1180025" y="5383723"/>
                  <a:pt x="475534" y="4373098"/>
                </a:cubicBezTo>
                <a:cubicBezTo>
                  <a:pt x="383343" y="4240819"/>
                  <a:pt x="293225" y="4120515"/>
                  <a:pt x="206071" y="4004246"/>
                </a:cubicBezTo>
                <a:cubicBezTo>
                  <a:pt x="160920" y="3943985"/>
                  <a:pt x="118700" y="3887339"/>
                  <a:pt x="79385" y="3833508"/>
                </a:cubicBezTo>
                <a:lnTo>
                  <a:pt x="0" y="3721725"/>
                </a:lnTo>
                <a:lnTo>
                  <a:pt x="0" y="1581323"/>
                </a:lnTo>
                <a:lnTo>
                  <a:pt x="168477" y="1300525"/>
                </a:lnTo>
                <a:cubicBezTo>
                  <a:pt x="359173" y="1017017"/>
                  <a:pt x="599372" y="753795"/>
                  <a:pt x="885512" y="515238"/>
                </a:cubicBezTo>
                <a:cubicBezTo>
                  <a:pt x="1073010" y="358870"/>
                  <a:pt x="1278109" y="216205"/>
                  <a:pt x="1494824" y="90742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8010329-BB78-BE43-4D35-C71E670990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25" b="1"/>
          <a:stretch/>
        </p:blipFill>
        <p:spPr>
          <a:xfrm>
            <a:off x="1068792" y="1934354"/>
            <a:ext cx="4076949" cy="145732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ECE686-428F-597C-5B8B-853C39BC6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847" y="1934354"/>
            <a:ext cx="7078754" cy="327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272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E6F3AFA-AC76-1996-C45A-8125A3CB9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18" y="785443"/>
            <a:ext cx="11021963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8831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Rojo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Panorámica</PresentationFormat>
  <Paragraphs>0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Meiryo</vt:lpstr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Mauricio</dc:creator>
  <cp:lastModifiedBy>Mauricio</cp:lastModifiedBy>
  <cp:revision>4</cp:revision>
  <dcterms:created xsi:type="dcterms:W3CDTF">2025-04-28T19:10:40Z</dcterms:created>
  <dcterms:modified xsi:type="dcterms:W3CDTF">2026-03-19T07:23:18Z</dcterms:modified>
</cp:coreProperties>
</file>