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Paradigma Orientado a Objetos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Algoritmos y Estructuras</a:t>
            </a:r>
          </a:p>
          <a:p>
            <a:r>
              <a:t>Java</a:t>
            </a:r>
          </a:p>
          <a:p/>
          <a:p>
            <a:r>
              <a:t>Conceptos fundamentales de POO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la POO?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basado en objetos</a:t>
            </a:r>
          </a:p>
          <a:p/>
          <a:p>
            <a:r>
              <a:t>- Datos (atributos)</a:t>
            </a:r>
          </a:p>
          <a:p>
            <a:r>
              <a:t>- Comportamiento (métodos)</a:t>
            </a:r>
          </a:p>
          <a:p/>
          <a:p>
            <a:r>
              <a:t>Ejemplo: Cuenta bancaria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y Objeto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Clase: plantilla</a:t>
            </a:r>
          </a:p>
          <a:p>
            <a:r>
              <a:t>Objeto: instancia</a:t>
            </a:r>
          </a:p>
          <a:p/>
          <a:p>
            <a:r>
              <a:t>Ejemplo: Auto -&gt; auto1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Pilar 1: Abstracción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Representar lo esencial</a:t>
            </a:r>
          </a:p>
          <a:p>
            <a:r>
              <a:t>Ignorar detalles innecesarios</a:t>
            </a:r>
          </a:p>
          <a:p/>
          <a:p>
            <a:r>
              <a:t>Ejemplo: Alumno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Abstracción en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Alumno {</a:t>
            </a:r>
          </a:p>
          <a:p>
            <a:r>
              <a:t> nombre, legajo</a:t>
            </a:r>
          </a:p>
          <a:p>
            <a:r>
              <a:t> métodos: estudiar()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Pilar 2: Encapsulamiento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Proteger datos</a:t>
            </a:r>
          </a:p>
          <a:p>
            <a:r>
              <a:t>Usar private + getters/setters</a:t>
            </a:r>
          </a:p>
          <a:p/>
          <a:p>
            <a:r>
              <a:t>Evita errores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Encapsulamiento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saldo</a:t>
            </a:r>
          </a:p>
          <a:p>
            <a:r>
              <a:t>getSaldo()</a:t>
            </a:r>
          </a:p>
          <a:p>
            <a:r>
              <a:t>depositar()</a:t>
            </a:r>
          </a:p>
          <a:p>
            <a:r>
              <a:t>extraer()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Pilar 3: Herencia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Reutilizar código</a:t>
            </a:r>
          </a:p>
          <a:p>
            <a:r>
              <a:t>Relación ES-UN</a:t>
            </a:r>
          </a:p>
          <a:p/>
          <a:p>
            <a:r>
              <a:t>Alumno es Persona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Herencia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Alumno extends Persona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Pilar 4: Polimorfismo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método, múltiples comportamientos</a:t>
            </a:r>
          </a:p>
          <a:p/>
          <a:p>
            <a:r>
              <a:t>hacerSonido()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Polimorfismo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Animal a = new Perro()</a:t>
            </a:r>
          </a:p>
          <a:p>
            <a:r>
              <a:t>a.hacerSonido()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Abstracción: qué modelar</a:t>
            </a:r>
          </a:p>
          <a:p>
            <a:r>
              <a:t>Encapsulamiento: proteger datos</a:t>
            </a:r>
          </a:p>
          <a:p>
            <a:r>
              <a:t>Herencia: reutilizar</a:t>
            </a:r>
          </a:p>
          <a:p>
            <a:r>
              <a:t>Polimorfismo: múltiples formas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