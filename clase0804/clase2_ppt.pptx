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61" r:id="rId3"/>
    <p:sldId id="256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CD9821-F710-4906-8CDA-4C18FBBAB36E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2B48-EF9A-452B-B260-1C6BACDAAD3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40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12B48-EF9A-452B-B260-1C6BACDAAD39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379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56D1C-BCD6-601D-DB9E-D7C76CD14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063DDF-B841-3129-4B26-F36A083ED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4CCAC-335A-748D-E5B0-21671989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637D17-5CBA-133B-8870-8A61E570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1F92A-0A38-243E-B0BC-E55BF30D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49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D0902-0FED-43E2-41C0-DDCD5256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D15BD-6096-8E2D-23E8-92C4B6D6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91A505-B07D-21D5-2F3A-D4B54103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E008C-81B2-740B-4930-4F296EBA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1BAA0-971F-5A08-FB58-C8B9C541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135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3FEA8-20E0-24AF-9873-5B45A8C8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E74649-D810-79E4-C733-A69E74FEE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AFA162-06C0-60A8-AAA3-3F490F9B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960065-BB37-725E-BD53-6D6D5FF7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4FF1A-D3D8-8A2C-A231-29F31332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12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E5056-323C-D254-8E7E-6CB72789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37F14-50CA-0BB8-3682-B71D4A677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E3129B-F908-2EFB-A735-3E5000781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BDB4B5-DF30-502B-D87E-3A80FE58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5CFA51-FC9F-C0BC-2E23-A267FFD3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54AAA0-4C74-CA82-587E-7BC64920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68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DBADC-10A1-45E8-3A91-2BECB03F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DE749B-D047-F0A9-1AA7-FB696C0B4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2602A5-5060-E0E0-C2FA-6B4079AF5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38776D-373E-AFAA-CBF6-95A901AA3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2915A5-D900-2EA0-016E-DB0E9A946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15B966-4996-344E-A3F0-DEA31532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34FEAB-BEEF-C0B1-A5DE-B823E415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23CBFB-602A-8C1E-377D-E6171CFA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366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871BA-52A1-5C0A-BB34-B81201F3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7976C7-8BDF-4BDB-75E3-DC467BEB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858F49-9741-5101-C427-2FB90A7D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D4F997-E491-765C-C6E9-855D020B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409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C7CB00-712E-F290-C7BB-0CC999B4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FC709C-F89E-3614-DEEC-61ED36B6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8DB313-207B-A54C-82E6-B47421F4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67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C5AFD-F3A1-B1BA-7911-FE7BC10A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00E9B-D1EC-7B55-D62A-5A13FF378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203B8-670A-3044-27A8-59FD97380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DD4659-37BC-EBBA-47D7-C0CD799A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E524F0-3649-30D6-FEB1-3248D82C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89C43F-411D-A590-3D64-58F033C7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077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2E737-0290-DCC2-6006-9BDD30D7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84EC5-3EF8-7222-0804-A724DC980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C1B5C3-652C-EEFE-99F1-FB8825571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2FC89D-730B-D50C-BB9E-095AB6A7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FC2C0B-F14E-1A58-3AB1-E859B8CF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D70DD0-D222-A2B0-78C2-39826063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571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C4CD5-91E7-888C-F5F5-CBE9ED4C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CA43F3-D376-6ACB-BA38-BE9CC8CDD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7959CA-1102-134E-FF2F-A98E45B5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B4F11-BF3A-2A82-8535-FDDDE217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7F609B-C5E3-1B08-21CC-9091B54F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9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C24444-C444-FE6C-951B-A7EC7CF3B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9459B-7BCF-AE6F-59B0-D6E60E03B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E190C-2A3B-3B06-B4A1-BAEF3BEB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47160-2519-23D5-A6B4-4A87611B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62569-6B8F-0154-1CDB-198EBD66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857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12FF49-D16C-E3F2-5638-886934E4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17D085-739D-49EB-4F91-6CA01A9E4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0E15E-B286-CCF5-CE48-97D47BE28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D8003-47BA-43D8-855A-FE6102AF64D2}" type="datetimeFigureOut">
              <a:rPr lang="es-AR" smtClean="0"/>
              <a:t>22/5/2025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A66F46-A002-366E-BA94-D973378AF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F092B-79C6-C8B3-2D85-D0B316ABA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A027B-BA9D-456C-B411-AC1AE7F5871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2409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1D7-6656-1D30-303C-3E9EC9E6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2C8721-DCBF-55C6-FC7D-A3DDBD139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761628"/>
            <a:ext cx="1109817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1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EFAFCE4-A048-3B5F-7B7A-4325BCF3B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25304"/>
            <a:ext cx="10905066" cy="460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C5428DC-539C-9860-F806-AFEC9D30B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1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05762-83E3-D697-64CC-9CEE1455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BF2906-82BD-1E2D-F7F6-C9767A0B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8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DE282-B2D6-127F-C767-CF83DE19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0168F9-692E-8F4B-BF98-49A63E76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971" y="3750400"/>
            <a:ext cx="4616434" cy="182349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56EA5858-D0D6-BEE5-0973-A9D3B9D0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20" y="992850"/>
            <a:ext cx="9566789" cy="229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8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F24ABD5-0D7C-9E60-1AA4-4CAD8ED4C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9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4DBBEF-744E-73FD-C018-B6F734D4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Ejercicios</a:t>
            </a:r>
          </a:p>
          <a:p>
            <a:r>
              <a:rPr lang="es-MX" dirty="0"/>
              <a:t>Se realizarán mejoras al laboratorio anterior.</a:t>
            </a:r>
          </a:p>
          <a:p>
            <a:r>
              <a:rPr lang="es-MX" dirty="0"/>
              <a:t>1. Crear una clase para el tipo y número de</a:t>
            </a:r>
          </a:p>
          <a:p>
            <a:r>
              <a:rPr lang="es-MX" dirty="0"/>
              <a:t>documento.</a:t>
            </a:r>
          </a:p>
          <a:p>
            <a:r>
              <a:rPr lang="es-MX" dirty="0"/>
              <a:t>2. Crear un constructor con todos los datos y</a:t>
            </a:r>
          </a:p>
          <a:p>
            <a:r>
              <a:rPr lang="es-MX" dirty="0"/>
              <a:t>utilizarlo en el ejercicio.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77898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695974-0401-A48D-7534-A9907E888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416" y="643466"/>
            <a:ext cx="64151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5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3C8E5FA-8154-C338-D47F-A414D0C83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751" y="643466"/>
            <a:ext cx="635449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6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4D6B0B7-F5F6-2330-0607-1BF6CADA4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1652"/>
            <a:ext cx="6344535" cy="4315427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A38C12-7F0A-E8F1-0EC2-32EC8129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73" y="221652"/>
            <a:ext cx="6110970" cy="482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0381CFB-5E87-FFA7-A0C7-00675EA64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3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6653C5-12F5-4183-97E4-03D4C8A96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2" r="2242" b="2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47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519C03-0D48-8715-D5F6-C62007221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04596"/>
            <a:ext cx="5294716" cy="244880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A8FDC6C2-8297-5182-D9D9-9899F0930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781020"/>
            <a:ext cx="5294715" cy="329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1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CA2000-2E29-5785-EE9E-616F05244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310" y="39196"/>
            <a:ext cx="10905066" cy="44710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906D05-BE08-E69A-D7D8-E3C5CFB3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315" y="3672590"/>
            <a:ext cx="3510935" cy="302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26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708BCA5-AC02-E6C2-6069-0C0C61F03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358" y="851264"/>
            <a:ext cx="10271284" cy="4351338"/>
          </a:xfrm>
        </p:spPr>
      </p:pic>
    </p:spTree>
    <p:extLst>
      <p:ext uri="{BB962C8B-B14F-4D97-AF65-F5344CB8AC3E}">
        <p14:creationId xmlns:p14="http://schemas.microsoft.com/office/powerpoint/2010/main" val="1280612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3C83264-E4FF-3FBD-F0CB-72B779D05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93" r="34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5AB07B6-248F-2FA8-BFCB-967C2BFF5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0"/>
            <a:ext cx="10515600" cy="261951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4568D23-72FB-AC07-E8E2-9F6DFFC49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2" y="2524471"/>
            <a:ext cx="8348416" cy="433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7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A8A1E77-A952-DE5F-36A8-0E7DCE48C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56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A8B3FD6-3F88-FC5E-A473-AFCA9BB68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156" b="250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</Words>
  <Application>Microsoft Office PowerPoint</Application>
  <PresentationFormat>Panorámica</PresentationFormat>
  <Paragraphs>7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</dc:creator>
  <cp:lastModifiedBy>Mauricio</cp:lastModifiedBy>
  <cp:revision>2</cp:revision>
  <dcterms:created xsi:type="dcterms:W3CDTF">2025-05-22T21:04:53Z</dcterms:created>
  <dcterms:modified xsi:type="dcterms:W3CDTF">2025-05-22T21:32:29Z</dcterms:modified>
</cp:coreProperties>
</file>